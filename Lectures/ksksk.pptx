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0" autoAdjust="0"/>
    <p:restoredTop sz="94660"/>
  </p:normalViewPr>
  <p:slideViewPr>
    <p:cSldViewPr snapToGrid="0">
      <p:cViewPr varScale="1">
        <p:scale>
          <a:sx n="66" d="100"/>
          <a:sy n="66" d="100"/>
        </p:scale>
        <p:origin x="5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E8A7-113D-4B1B-7A32-77DDDF2E8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43B17-8BB2-34CA-C998-575CFB066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A4BB9-A5E8-B090-E933-94B3E52B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87FDC-120E-B66B-4D8F-CDDB0D8C9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87C02-2F27-AE20-3259-217C2BDF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2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7F8F-4BE8-320F-5E1D-441BD2C7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7D9A-2E38-16EC-B1E5-40E7EC545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FE013-9990-06A4-817E-A7E49C963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6891-5214-93EE-768A-E4EC30807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DD09-226F-8498-5386-D34A45E1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4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A1FE-DB11-10CE-60E4-C2A28F2C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FC08B-2EA7-F0E3-AE52-324AA9464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EC200-7843-CA69-A547-31473FDB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BADF2-8F34-7F71-8C97-3508D9DB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C04C-9DA7-39CB-5DAF-D25F8A29E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155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1C1D-45DA-6A8E-E4E9-AB9F6E074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7A4D2-58C5-E36F-4F2C-E763C65741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F9675-3840-2681-4FC4-70CE6E50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C0982-A22C-E938-CA52-D670F6098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1E158-BADF-40F7-60A6-966B52C0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3E0D5-E312-397B-B0C0-D419A1FB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096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7CD0D-8F7D-DFB5-A69B-99003E24F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DE218-2582-8EA6-BD52-1E6FB144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B2333-4462-57F3-5D3C-CF505F747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8E2A3-1B2F-1CEA-DD4C-99E3644B0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499D8-FA7B-EB72-9EBA-847FCB6B9A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963276-0A13-0E34-ABEC-F68C8AB3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0ECD63-75EB-CDF3-495D-9E162BF7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3831A-79B7-F06D-19CE-3D79B7D0F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07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C428-CC8A-0D33-F03A-AA6CC79E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8D58F-9467-555B-A77D-8F1BCC7D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FD4AD-1DD6-B74F-95E0-585AF76B3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65927-2992-1C0A-5181-34987AA10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84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C6F73-4453-E833-FF42-5A0602442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BA640-8E48-5180-0BF8-4B37D7F7D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08F5B-9F8F-58D5-BC42-B98555DA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7116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CA01-E699-5D03-281B-F94F96F7E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F78A3-7D9F-A4D3-2FA3-E9EE35AEB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4777F-6F6E-8729-F519-3D4D58498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56917-E993-2A57-5914-782261F4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EA1F6-14E4-9055-671C-566601333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15DDE-1AF7-CDEC-76E8-868A47C3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1100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AE5C-48F1-453D-53BE-A7ABFF992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4DCC9-BF7C-1F05-E984-A4EE1D372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D5848-0AE6-0CF5-C9F7-B06C45E02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DE343-FD0D-7C1E-A687-17BD24AC9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CE9B3-33A6-C7AD-19C8-F1D11081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AD21C-9F9E-B569-D82C-24A96DBE8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26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81DB-3745-FE61-E87F-D72BE78B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EDC3F-A17F-1962-251B-9BDC3FD44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11CAB-1B3E-106D-9AFA-B2FD336B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BF185-4623-567E-F799-500A11062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F7CB-7758-7CB4-A490-DA5EC3AC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7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7FCE60-C030-93D6-AD29-93A2169C8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4DEFF-EAB1-6147-DF63-0C8159850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6893-5D73-6313-3A68-9957968A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7E4F0-B915-CACB-7E58-C866E1CC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1D5F0-F0EF-B0BB-B5F0-EFF1D36E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185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E0423-A911-DDC8-5B4A-FED14B1D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B8635-C3D1-1C7F-6FF1-768741D51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B3EB-4419-461C-6308-E3EB3CD1A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436F7-B4AE-4A1C-8967-767E3E0C92A9}" type="datetimeFigureOut">
              <a:rPr lang="en-AU" smtClean="0"/>
              <a:t>22/06/2026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13366-A487-8329-2803-E76D4ABF3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9B2E2-5074-7CC0-BA6F-C096A9316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17FCC-4FC8-441A-9D18-2EB86414B4B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21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61DC-FDC3-442B-F55D-5F3A12AA4E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ksksk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55386-DA5B-EB93-A65D-708AA5C10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51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39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ksksk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arafbrisbane1@gmail.com</dc:creator>
  <cp:lastModifiedBy>arafbrisbane1@gmail.com</cp:lastModifiedBy>
  <cp:revision>2</cp:revision>
  <dcterms:created xsi:type="dcterms:W3CDTF">2026-06-22T05:27:15Z</dcterms:created>
  <dcterms:modified xsi:type="dcterms:W3CDTF">2026-06-22T05:27:54Z</dcterms:modified>
</cp:coreProperties>
</file>